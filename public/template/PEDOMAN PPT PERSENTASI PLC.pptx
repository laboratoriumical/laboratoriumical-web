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D622B-7BEF-0178-3851-1388BC888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F7C6D-8D1A-6EF2-F6E7-EF4C05BBC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497F6-5680-E2D0-C710-F7F033C31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91E11-B756-4F68-AE87-8E8E085C4D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1B9F5-3BF2-9DCC-A191-7A43654CA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E902C-1523-694D-3201-90B49A80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3819-DB2C-45B8-86F4-E5CF36D92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1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605C3-2206-47C3-6E78-29CEA1ED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2B4A5-A219-6F95-A68F-960EC3FC3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F90F4-5CD1-6F6A-A9BF-2E055441D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91E11-B756-4F68-AE87-8E8E085C4D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EF528-27EB-29DD-5B22-E01C86204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046F2-AF24-0A2F-9676-3EBA069E0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3819-DB2C-45B8-86F4-E5CF36D92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98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694E-F3C1-B850-3378-6DC22D345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7ECD6-102D-3BC6-B464-42D901010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E0783-6A72-221E-2681-85634701F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91E11-B756-4F68-AE87-8E8E085C4D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5F542-0924-908F-6FD2-186F02CE3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C447E-99A5-41B6-7A55-E0EFBBBDA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3819-DB2C-45B8-86F4-E5CF36D92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39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6FA0F-0E5B-E741-54A6-90F1EF0AF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363F4-BA54-CE96-074E-E2BE7F4A86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100C5-1529-3ECB-714C-B2B49F86C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C15A5-2ABC-4326-1386-68718AFB2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91E11-B756-4F68-AE87-8E8E085C4D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640D1-DAB7-A8AF-4D14-DF92A2ACB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F4AFE-2559-AA24-0CF0-BCCF7FA30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3819-DB2C-45B8-86F4-E5CF36D92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77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53270-526D-6D2E-F7F2-06435E445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221A4-5DF3-54B6-3963-D7FC0278C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CA4DE0-D391-4129-8D27-F6B8F16D7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46A11-894B-A971-9F37-072E4DE154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E21572-A787-906D-25B2-9C030CEEF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F1464-A555-CCA3-2616-235BC2845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91E11-B756-4F68-AE87-8E8E085C4D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A2A25F-4CBC-763C-FDAA-C788FB9F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C424FE-0443-F3A4-2BD3-DD7083493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3819-DB2C-45B8-86F4-E5CF36D92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46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03009-3CDD-8A4D-2928-E6FD866EC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EF7E1-BB7F-0074-DACD-B885C0730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91E11-B756-4F68-AE87-8E8E085C4D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E9ADF4-C4DC-9D91-EF32-D4EDB0979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C383B-E180-F402-38C2-05FA8C175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3819-DB2C-45B8-86F4-E5CF36D92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81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B7CA6A-639C-E337-28F4-D09274716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91E11-B756-4F68-AE87-8E8E085C4D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3914D-A33E-9846-EB8D-1FB9470FA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926F8-3DE6-153B-45D5-BA4AB935A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3819-DB2C-45B8-86F4-E5CF36D92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56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7DD61-1E80-7989-E227-4A6AF83DE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640D8-3839-88C3-8CA0-ACE3F7540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68644-6295-C971-5F8D-226C1F42D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9DF82-6385-6E55-319F-EFA3ADA7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91E11-B756-4F68-AE87-8E8E085C4D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42E5E-03A5-EB41-511A-042507460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E5ECC-ACB2-C0F5-74BD-E2B0826C5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3819-DB2C-45B8-86F4-E5CF36D92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7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75C14-21B3-0B51-0B1E-98E2675D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D9FACA-571B-C3E0-9026-8C6279D5F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B1200-219B-2301-8D36-B5D785A7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29264-8ABB-9FD8-A896-E05BFF4E5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91E11-B756-4F68-AE87-8E8E085C4D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6D746-A18B-EE8B-AEBE-7916F4523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C1702-97E4-BB58-38E5-A70BC1BF5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3819-DB2C-45B8-86F4-E5CF36D92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09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A22C-EEA9-5448-2D28-4B928058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7F336-6C69-5BE6-C893-B6E767565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B0F60-DF99-2A68-FFA8-E11EE990D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91E11-B756-4F68-AE87-8E8E085C4D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9CA86-F500-BC1F-8247-187B493B8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55A79-BD01-C4EB-8763-3F5FAF56A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3819-DB2C-45B8-86F4-E5CF36D92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93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89B69E-E023-0F1B-7B2F-583ADD9398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A18B6-3AF6-18F7-9901-C981F5D3D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B8A8C-4076-C862-6723-E032C50E8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91E11-B756-4F68-AE87-8E8E085C4D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B5AB3-62EC-DED9-5383-BDF4940C0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A9A7F-357D-2EC9-528D-68D8C108E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93819-DB2C-45B8-86F4-E5CF36D92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20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8A3C45-91C8-F326-EFE6-6FBA537AA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85455-29F7-827E-5E8C-2594C2F2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24078-85BD-F7CC-0D45-6BBAECEA94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91E11-B756-4F68-AE87-8E8E085C4D2E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FC524-750B-FCFD-4462-9E370FAAD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770FF-E863-CB06-DE48-427720D698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F93819-DB2C-45B8-86F4-E5CF36D92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4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56E56-CDB7-EFA6-B6DB-18DE59C6EC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JUDUL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954A1-3845-EE98-6E51-5B695CF6D6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994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52714-9B53-94BD-A1CA-82D6BC069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63637"/>
          </a:xfrm>
        </p:spPr>
        <p:txBody>
          <a:bodyPr/>
          <a:lstStyle/>
          <a:p>
            <a:r>
              <a:rPr lang="en-US" dirty="0"/>
              <a:t>Nama </a:t>
            </a:r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Kelompok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A0ADDE-6E65-C57F-993E-14A862300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12420"/>
            <a:ext cx="9144000" cy="2045380"/>
          </a:xfrm>
        </p:spPr>
        <p:txBody>
          <a:bodyPr/>
          <a:lstStyle/>
          <a:p>
            <a:pPr marL="342900" indent="-342900">
              <a:buFontTx/>
              <a:buChar char="-"/>
            </a:pPr>
            <a:r>
              <a:rPr lang="en-US" dirty="0"/>
              <a:t>Nama (Nim)</a:t>
            </a:r>
          </a:p>
          <a:p>
            <a:pPr marL="342900" indent="-342900">
              <a:buFontTx/>
              <a:buChar char="-"/>
            </a:pPr>
            <a:r>
              <a:rPr lang="en-US" dirty="0"/>
              <a:t>Nama (Nim)</a:t>
            </a:r>
          </a:p>
          <a:p>
            <a:pPr marL="342900" indent="-342900">
              <a:buFontTx/>
              <a:buChar char="-"/>
            </a:pPr>
            <a:r>
              <a:rPr lang="en-US" dirty="0"/>
              <a:t>Nama (Nim)</a:t>
            </a:r>
          </a:p>
          <a:p>
            <a:pPr marL="342900" indent="-342900">
              <a:buFontTx/>
              <a:buChar char="-"/>
            </a:pPr>
            <a:r>
              <a:rPr lang="en-US" dirty="0"/>
              <a:t>Nama (Nim)</a:t>
            </a:r>
          </a:p>
        </p:txBody>
      </p:sp>
    </p:spTree>
    <p:extLst>
      <p:ext uri="{BB962C8B-B14F-4D97-AF65-F5344CB8AC3E}">
        <p14:creationId xmlns:p14="http://schemas.microsoft.com/office/powerpoint/2010/main" val="4031167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1FF08-A209-B9D9-B567-33687B090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61608"/>
          </a:xfrm>
        </p:spPr>
        <p:txBody>
          <a:bodyPr/>
          <a:lstStyle/>
          <a:p>
            <a:r>
              <a:rPr lang="en-US" dirty="0"/>
              <a:t>Tujuan &amp; Manfaat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8361FC-7FEF-C867-4B49-C3B4C46B2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58143"/>
            <a:ext cx="9144000" cy="2699657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Jelaskan</a:t>
            </a:r>
            <a:r>
              <a:rPr lang="en-US" dirty="0"/>
              <a:t> Tujuan </a:t>
            </a:r>
            <a:r>
              <a:rPr lang="en-US" dirty="0" err="1"/>
              <a:t>mengapa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mengangkat</a:t>
            </a:r>
            <a:r>
              <a:rPr lang="en-US" dirty="0"/>
              <a:t> </a:t>
            </a:r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dan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manfaat</a:t>
            </a:r>
            <a:r>
              <a:rPr lang="en-US" dirty="0"/>
              <a:t> program </a:t>
            </a:r>
            <a:r>
              <a:rPr lang="en-US" dirty="0" err="1"/>
              <a:t>anda</a:t>
            </a:r>
            <a:r>
              <a:rPr lang="en-US" dirty="0"/>
              <a:t> di dunia </a:t>
            </a:r>
            <a:r>
              <a:rPr lang="en-US" dirty="0" err="1"/>
              <a:t>industri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486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E4B9B-5237-229A-6F0E-8904235F3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09208"/>
          </a:xfrm>
        </p:spPr>
        <p:txBody>
          <a:bodyPr/>
          <a:lstStyle/>
          <a:p>
            <a:r>
              <a:rPr lang="en-US" dirty="0"/>
              <a:t>Ladder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90961-D0B8-5A0C-4D5A-E1A97FB78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16629"/>
            <a:ext cx="9144000" cy="2841171"/>
          </a:xfrm>
        </p:spPr>
        <p:txBody>
          <a:bodyPr/>
          <a:lstStyle/>
          <a:p>
            <a:r>
              <a:rPr lang="en-US" dirty="0"/>
              <a:t>Tampilkan </a:t>
            </a:r>
            <a:r>
              <a:rPr lang="en-US" dirty="0" err="1"/>
              <a:t>rangkaian</a:t>
            </a:r>
            <a:r>
              <a:rPr lang="en-US" dirty="0"/>
              <a:t> ladder pada program </a:t>
            </a:r>
            <a:r>
              <a:rPr lang="en-US" dirty="0" err="1"/>
              <a:t>anda</a:t>
            </a:r>
            <a:r>
              <a:rPr lang="en-US" dirty="0"/>
              <a:t>!</a:t>
            </a:r>
          </a:p>
          <a:p>
            <a:r>
              <a:rPr lang="en-US" dirty="0"/>
              <a:t>(MAXIMAL 2 SLIDE)</a:t>
            </a:r>
          </a:p>
        </p:txBody>
      </p:sp>
    </p:spTree>
    <p:extLst>
      <p:ext uri="{BB962C8B-B14F-4D97-AF65-F5344CB8AC3E}">
        <p14:creationId xmlns:p14="http://schemas.microsoft.com/office/powerpoint/2010/main" val="3990066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259AD-B847-90FF-6CFD-C58ED0025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1C136-3CBD-D62F-FE1D-42F68E0CE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09208"/>
          </a:xfrm>
        </p:spPr>
        <p:txBody>
          <a:bodyPr/>
          <a:lstStyle/>
          <a:p>
            <a:r>
              <a:rPr lang="en-US" dirty="0"/>
              <a:t>Ladder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31C12-7352-FA5C-EA08-D77C95C87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16629"/>
            <a:ext cx="9144000" cy="2841171"/>
          </a:xfrm>
        </p:spPr>
        <p:txBody>
          <a:bodyPr/>
          <a:lstStyle/>
          <a:p>
            <a:r>
              <a:rPr lang="en-US" dirty="0"/>
              <a:t>Tampilkan </a:t>
            </a:r>
            <a:r>
              <a:rPr lang="en-US" dirty="0" err="1"/>
              <a:t>rangkaian</a:t>
            </a:r>
            <a:r>
              <a:rPr lang="en-US" dirty="0"/>
              <a:t> ladder pada program </a:t>
            </a:r>
            <a:r>
              <a:rPr lang="en-US" dirty="0" err="1"/>
              <a:t>anda</a:t>
            </a:r>
            <a:r>
              <a:rPr lang="en-US" dirty="0"/>
              <a:t>!</a:t>
            </a:r>
          </a:p>
          <a:p>
            <a:r>
              <a:rPr lang="en-US" dirty="0"/>
              <a:t>(MAXIMAL 2 SLIDE)</a:t>
            </a:r>
          </a:p>
        </p:txBody>
      </p:sp>
    </p:spTree>
    <p:extLst>
      <p:ext uri="{BB962C8B-B14F-4D97-AF65-F5344CB8AC3E}">
        <p14:creationId xmlns:p14="http://schemas.microsoft.com/office/powerpoint/2010/main" val="3548133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18FE-9862-C1AF-2199-5CCDDCE11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25637"/>
          </a:xfrm>
        </p:spPr>
        <p:txBody>
          <a:bodyPr/>
          <a:lstStyle/>
          <a:p>
            <a:r>
              <a:rPr lang="en-US" dirty="0"/>
              <a:t>HMI (Human Machine Interface)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F766A-C9FD-1103-662D-F80C48A430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35087"/>
            <a:ext cx="9144000" cy="2122714"/>
          </a:xfrm>
        </p:spPr>
        <p:txBody>
          <a:bodyPr/>
          <a:lstStyle/>
          <a:p>
            <a:r>
              <a:rPr lang="en-US" dirty="0"/>
              <a:t>Tampilkan HMI </a:t>
            </a:r>
            <a:r>
              <a:rPr lang="en-US" dirty="0" err="1"/>
              <a:t>anda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di </a:t>
            </a:r>
            <a:r>
              <a:rPr lang="en-US" dirty="0" err="1"/>
              <a:t>buat</a:t>
            </a:r>
            <a:r>
              <a:rPr lang="en-US" dirty="0"/>
              <a:t> pada CX-Designer</a:t>
            </a:r>
          </a:p>
        </p:txBody>
      </p:sp>
    </p:spTree>
    <p:extLst>
      <p:ext uri="{BB962C8B-B14F-4D97-AF65-F5344CB8AC3E}">
        <p14:creationId xmlns:p14="http://schemas.microsoft.com/office/powerpoint/2010/main" val="1006969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A0698-F96E-3211-DB81-47AD8C616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144001" cy="956808"/>
          </a:xfrm>
        </p:spPr>
        <p:txBody>
          <a:bodyPr>
            <a:normAutofit fontScale="90000"/>
          </a:bodyPr>
          <a:lstStyle/>
          <a:p>
            <a:r>
              <a:rPr lang="en-US" dirty="0"/>
              <a:t>RAB (</a:t>
            </a:r>
            <a:r>
              <a:rPr lang="en-US" dirty="0" err="1"/>
              <a:t>Rencana</a:t>
            </a:r>
            <a:r>
              <a:rPr lang="en-US" dirty="0"/>
              <a:t> </a:t>
            </a:r>
            <a:r>
              <a:rPr lang="en-US" dirty="0" err="1"/>
              <a:t>Anggaran</a:t>
            </a:r>
            <a:r>
              <a:rPr lang="en-US" dirty="0"/>
              <a:t> </a:t>
            </a:r>
            <a:r>
              <a:rPr lang="en-US" dirty="0" err="1"/>
              <a:t>Biaya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11EB0-EF2D-8608-7A98-A9F25E0C4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75114"/>
            <a:ext cx="9144000" cy="2982686"/>
          </a:xfrm>
        </p:spPr>
        <p:txBody>
          <a:bodyPr/>
          <a:lstStyle/>
          <a:p>
            <a:r>
              <a:rPr lang="en-US" dirty="0" err="1"/>
              <a:t>Jabarkan</a:t>
            </a:r>
            <a:r>
              <a:rPr lang="en-US" dirty="0"/>
              <a:t> RAB </a:t>
            </a:r>
            <a:r>
              <a:rPr lang="en-US" dirty="0" err="1"/>
              <a:t>peralatan</a:t>
            </a:r>
            <a:r>
              <a:rPr lang="en-US" dirty="0"/>
              <a:t> </a:t>
            </a:r>
            <a:r>
              <a:rPr lang="en-US" dirty="0" err="1"/>
              <a:t>fisik</a:t>
            </a:r>
            <a:r>
              <a:rPr lang="en-US" dirty="0"/>
              <a:t> yang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merealisasikan</a:t>
            </a:r>
            <a:r>
              <a:rPr lang="en-US" dirty="0"/>
              <a:t> program </a:t>
            </a:r>
            <a:r>
              <a:rPr lang="en-US" dirty="0" err="1"/>
              <a:t>anda</a:t>
            </a:r>
            <a:r>
              <a:rPr lang="en-US" dirty="0"/>
              <a:t>!</a:t>
            </a:r>
          </a:p>
          <a:p>
            <a:r>
              <a:rPr lang="en-US" dirty="0"/>
              <a:t>(MAXIMAL 2 HALAMAN)</a:t>
            </a:r>
          </a:p>
        </p:txBody>
      </p:sp>
    </p:spTree>
    <p:extLst>
      <p:ext uri="{BB962C8B-B14F-4D97-AF65-F5344CB8AC3E}">
        <p14:creationId xmlns:p14="http://schemas.microsoft.com/office/powerpoint/2010/main" val="2322715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D1A42D-98DA-7E2A-AB8D-DD9B3B0A9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Contoh RAB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CCC2A7-A675-8408-FD7C-C0B683F51F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020687"/>
            <a:ext cx="6780700" cy="481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83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C3957-C8AC-4436-3426-980B1DF81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300B7-1A16-6FCD-31CC-32268051F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144001" cy="956808"/>
          </a:xfrm>
        </p:spPr>
        <p:txBody>
          <a:bodyPr>
            <a:normAutofit fontScale="90000"/>
          </a:bodyPr>
          <a:lstStyle/>
          <a:p>
            <a:r>
              <a:rPr lang="en-US" dirty="0"/>
              <a:t>RAB (</a:t>
            </a:r>
            <a:r>
              <a:rPr lang="en-US" dirty="0" err="1"/>
              <a:t>Rencana</a:t>
            </a:r>
            <a:r>
              <a:rPr lang="en-US" dirty="0"/>
              <a:t> </a:t>
            </a:r>
            <a:r>
              <a:rPr lang="en-US" dirty="0" err="1"/>
              <a:t>Anggaran</a:t>
            </a:r>
            <a:r>
              <a:rPr lang="en-US" dirty="0"/>
              <a:t> </a:t>
            </a:r>
            <a:r>
              <a:rPr lang="en-US" dirty="0" err="1"/>
              <a:t>Biaya</a:t>
            </a:r>
            <a:r>
              <a:rPr lang="en-US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10DF32-21EC-82C0-88C8-4F9A136AE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75114"/>
            <a:ext cx="9144000" cy="2982686"/>
          </a:xfrm>
        </p:spPr>
        <p:txBody>
          <a:bodyPr/>
          <a:lstStyle/>
          <a:p>
            <a:r>
              <a:rPr lang="en-US" dirty="0" err="1"/>
              <a:t>Jabarkan</a:t>
            </a:r>
            <a:r>
              <a:rPr lang="en-US" dirty="0"/>
              <a:t> RAB </a:t>
            </a:r>
            <a:r>
              <a:rPr lang="en-US" dirty="0" err="1"/>
              <a:t>peralatan</a:t>
            </a:r>
            <a:r>
              <a:rPr lang="en-US" dirty="0"/>
              <a:t> </a:t>
            </a:r>
            <a:r>
              <a:rPr lang="en-US" dirty="0" err="1"/>
              <a:t>fisik</a:t>
            </a:r>
            <a:r>
              <a:rPr lang="en-US" dirty="0"/>
              <a:t> yang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merealisasikan</a:t>
            </a:r>
            <a:r>
              <a:rPr lang="en-US" dirty="0"/>
              <a:t> program </a:t>
            </a:r>
            <a:r>
              <a:rPr lang="en-US" dirty="0" err="1"/>
              <a:t>anda</a:t>
            </a:r>
            <a:r>
              <a:rPr lang="en-US" dirty="0"/>
              <a:t>!</a:t>
            </a:r>
          </a:p>
          <a:p>
            <a:r>
              <a:rPr lang="en-US" dirty="0"/>
              <a:t>(MAXIMAL 2 HALAMAN)</a:t>
            </a:r>
          </a:p>
        </p:txBody>
      </p:sp>
    </p:spTree>
    <p:extLst>
      <p:ext uri="{BB962C8B-B14F-4D97-AF65-F5344CB8AC3E}">
        <p14:creationId xmlns:p14="http://schemas.microsoft.com/office/powerpoint/2010/main" val="3537356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B5CFB-D97E-7EF4-3513-3A1AFA24A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DD02-755B-1973-8DA4-F14945672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144001" cy="956808"/>
          </a:xfrm>
        </p:spPr>
        <p:txBody>
          <a:bodyPr>
            <a:normAutofit/>
          </a:bodyPr>
          <a:lstStyle/>
          <a:p>
            <a:r>
              <a:rPr lang="en-US" dirty="0"/>
              <a:t>KESIMPULAN &amp; PENUTUP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90D00-1712-ED9F-8064-447695A92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75114"/>
            <a:ext cx="9144000" cy="2982686"/>
          </a:xfrm>
        </p:spPr>
        <p:txBody>
          <a:bodyPr/>
          <a:lstStyle/>
          <a:p>
            <a:r>
              <a:rPr lang="en-US" dirty="0"/>
              <a:t>SIMPULKAN KESELURUHAN PROGRAM YANG ANDA TELAH BUAT!	</a:t>
            </a:r>
          </a:p>
        </p:txBody>
      </p:sp>
    </p:spTree>
    <p:extLst>
      <p:ext uri="{BB962C8B-B14F-4D97-AF65-F5344CB8AC3E}">
        <p14:creationId xmlns:p14="http://schemas.microsoft.com/office/powerpoint/2010/main" val="4185397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265C7-4AD4-611F-EB11-0F1274457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74523"/>
          </a:xfrm>
        </p:spPr>
        <p:txBody>
          <a:bodyPr/>
          <a:lstStyle/>
          <a:p>
            <a:r>
              <a:rPr lang="en-US" dirty="0" err="1"/>
              <a:t>Terima</a:t>
            </a:r>
            <a:r>
              <a:rPr lang="en-US" dirty="0"/>
              <a:t> Kasih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5D723D-A447-23DE-B60D-C9B71E941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94857"/>
            <a:ext cx="9144000" cy="2862943"/>
          </a:xfrm>
        </p:spPr>
        <p:txBody>
          <a:bodyPr/>
          <a:lstStyle/>
          <a:p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pertanyaan</a:t>
            </a:r>
            <a:r>
              <a:rPr lang="en-US" dirty="0"/>
              <a:t>!??</a:t>
            </a:r>
          </a:p>
        </p:txBody>
      </p:sp>
    </p:spTree>
    <p:extLst>
      <p:ext uri="{BB962C8B-B14F-4D97-AF65-F5344CB8AC3E}">
        <p14:creationId xmlns:p14="http://schemas.microsoft.com/office/powerpoint/2010/main" val="1875986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148</Words>
  <Application>Microsoft Office PowerPoint</Application>
  <PresentationFormat>Widescreen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JUDUL PROGRAM</vt:lpstr>
      <vt:lpstr>Nama Anggota Kelompok</vt:lpstr>
      <vt:lpstr>Tujuan &amp; Manfaat</vt:lpstr>
      <vt:lpstr>Ladder diagram</vt:lpstr>
      <vt:lpstr>Ladder diagram</vt:lpstr>
      <vt:lpstr>HMI (Human Machine Interface)</vt:lpstr>
      <vt:lpstr>RAB (Rencana Anggaran Biaya</vt:lpstr>
      <vt:lpstr>Contoh RAB</vt:lpstr>
      <vt:lpstr>RAB (Rencana Anggaran Biaya)</vt:lpstr>
      <vt:lpstr>KESIMPULAN &amp; PENUTUP 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UZAIR SULUHI</dc:creator>
  <cp:lastModifiedBy>Uzair Zerr</cp:lastModifiedBy>
  <cp:revision>2</cp:revision>
  <dcterms:created xsi:type="dcterms:W3CDTF">2025-11-24T05:54:48Z</dcterms:created>
  <dcterms:modified xsi:type="dcterms:W3CDTF">2025-11-30T15:51:50Z</dcterms:modified>
</cp:coreProperties>
</file>